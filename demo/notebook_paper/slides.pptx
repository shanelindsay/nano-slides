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+ style → rendered slide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motivation/overview.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+ style in, slide images out; not a PDF summariser.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effort and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→ processing →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proof of what the generator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