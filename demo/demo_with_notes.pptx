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core idea: this repo takes structured slide descriptions and</a:t>
            </a:r>
          </a:p>
          <a:p>
            <a:r>
              <a:t>uses Gemini to render full slide images in a consistent visual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transition slide to mark the "motivation / overview" part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repo is an "outline + style in, slide images out" system,</a:t>
            </a:r>
          </a:p>
          <a:p>
            <a:r>
              <a:t>not an automatic summariser of random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manual deck-building against the generative approach, both in</a:t>
            </a:r>
          </a:p>
          <a:p>
            <a:r>
              <a:t>effort and in visual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conceptual architecture: inputs (style + outline),</a:t>
            </a:r>
          </a:p>
          <a:p>
            <a:r>
              <a:t>processing (tools/generate_slides.py, gemini_generate_image.py), and</a:t>
            </a:r>
          </a:p>
          <a:p>
            <a:r>
              <a:t>outputs (images + index.html).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meant to be almost entirely visual: a single strong example</a:t>
            </a:r>
          </a:p>
          <a:p>
            <a:r>
              <a:t>of what the model will generate for you. The title and subtitle can be</a:t>
            </a:r>
          </a:p>
          <a:p>
            <a:r>
              <a:t>present as part of the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styles are pluggable: the same pipeline and slide YAML can render</a:t>
            </a:r>
          </a:p>
          <a:p>
            <a:r>
              <a:t>into very different visual treatments by changing the style file and style</a:t>
            </a:r>
          </a:p>
          <a:p>
            <a:r>
              <a:t>code on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